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 AUDIT STUDIO  ·  THAT CRYPTO HACKATHON  ·  TURKU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Generative Solidity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Vulnerability Benchmark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self-renewing audit benchmark for LLMs. Code-tuned open-weight models beat closed reasoning models on Solidity vulnerability detection — at one-tenth the cost.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Muhammad Zulqarnain  ·  Samia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Audit firms want LLM-assisted Solidity review. The data to choose between models is missing.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06040" cy="2377440"/>
          </a:xfrm>
          <a:prstGeom prst="rect">
            <a:avLst/>
          </a:prstGeom>
          <a:solidFill>
            <a:srgbClr val="F9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03120"/>
            <a:ext cx="73152" cy="2377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31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PRICING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$3 – $15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 million tokens (Sonnet / GPT-4)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7947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Premium closed models are 10× more expensive than open-weight self-hosted alternatives. Choice matters at scale.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103120"/>
            <a:ext cx="2606040" cy="2377440"/>
          </a:xfrm>
          <a:prstGeom prst="rect">
            <a:avLst/>
          </a:prstGeom>
          <a:solidFill>
            <a:srgbClr val="F9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2103120"/>
            <a:ext cx="73152" cy="2377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331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OVERFITTING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0" y="2606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Static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657600" y="3383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datasets leak into training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37947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EVMBench and similar fixed benchmarks quietly become unreliable as new models train on them. Yesterday's leaderboard, tomorrow's noise.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103120"/>
            <a:ext cx="2606040" cy="2377440"/>
          </a:xfrm>
          <a:prstGeom prst="rect">
            <a:avLst/>
          </a:prstGeom>
          <a:solidFill>
            <a:srgbClr val="F9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2103120"/>
            <a:ext cx="73152" cy="2377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331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2606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Weeks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400800" y="3383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between major model releases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37947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Hand-curated benchmarks can't keep pace with 2025-era release frequency. Audit decisions need data that refreshes with the field.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LLMs, three jobs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stage uses a different model. The generator and judge are fixed; the scanner is what we measure.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46888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Generator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Inject a known vulnerability into a clean Solidity contract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794760"/>
            <a:ext cx="274320" cy="182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9044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Different mutation every run, so no scanner can have memorised it.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 rot="5400000">
            <a:off x="3154680" y="3108960"/>
            <a:ext cx="182880" cy="274320"/>
          </a:xfrm>
          <a:prstGeom prst="rtTriangl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2103120"/>
            <a:ext cx="246888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Scanner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66160" y="31546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Find the vulnerability in the mutated contract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66160" y="3794760"/>
            <a:ext cx="274320" cy="182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39044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philosophies tested: code-specialist, hybrid, pure reasoning.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rot="5400000">
            <a:off x="5897880" y="3108960"/>
            <a:ext cx="182880" cy="274320"/>
          </a:xfrm>
          <a:prstGeom prst="rtTriangl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2103120"/>
            <a:ext cx="246888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Judge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309360" y="31546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Grade each scan against the generator's ground truth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3794760"/>
            <a:ext cx="274320" cy="182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39044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Independent LLM, structured JSON output, deterministic scoring.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temperature=0 · all open-weight providers · full run on free tiers (NVIDIA NIM + OpenRouter)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Drawn from SWC Registry. Spans the four economic dimensions Linus surfaced.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886200" cy="1508760"/>
          </a:xfrm>
          <a:prstGeom prst="rect">
            <a:avLst/>
          </a:prstGeom>
          <a:solidFill>
            <a:srgbClr val="F9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0312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965960" y="1965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VULNERABILITY CLASSES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965960" y="2167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SWC Registry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65960" y="249631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Reentrancy, integer overflow, unchecked-call, unprotected-ether-withdrawal, unprotected-selfdestruct, delegatecall-untrusted, transaction-order-dependence, DoS-gas-limit. Covers ~80% of real-world exploits.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783080"/>
            <a:ext cx="3886200" cy="1508760"/>
          </a:xfrm>
          <a:prstGeom prst="rect">
            <a:avLst/>
          </a:prstGeom>
          <a:solidFill>
            <a:srgbClr val="F9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210312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989320" y="1965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 TEMPLATES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89320" y="2167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Contract patterns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89320" y="249631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Token, vault, multisig, auction, staking. Each pattern × each SWC class produces a different vulnerable contract every run.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429000"/>
            <a:ext cx="3886200" cy="1508760"/>
          </a:xfrm>
          <a:prstGeom prst="rect">
            <a:avLst/>
          </a:prstGeom>
          <a:solidFill>
            <a:srgbClr val="F9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74904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965960" y="3611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SCANNER PHILOSOPHIES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965960" y="38130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Architectural axis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965960" y="414223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Code-specialist (Qwen3-Coder 480B), hybrid (MiniMax M2.7 230B), pure reasoning (Step-3.5-Flash 200B). Each from a different research lab.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429000"/>
            <a:ext cx="3886200" cy="1508760"/>
          </a:xfrm>
          <a:prstGeom prst="rect">
            <a:avLst/>
          </a:prstGeom>
          <a:solidFill>
            <a:srgbClr val="F9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74904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989320" y="3611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SCORING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89320" y="38130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Leaderboards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89320" y="414223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Pure quality and cost-adjusted (quality ÷ commercial list price per scan). Rewards cheap-and-good. Same data, two lenses for different audiences.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 contracts · 8 SWC classes · judged by Llama-3.3-70B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78638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960120"/>
                <a:gridCol w="868680"/>
                <a:gridCol w="109728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Model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Philosophy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Detection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Quality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Cost (15)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Cost-adj.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🏆  Qwen3-Coder 480B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Code specialist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71.4%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57.5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$0.0034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17,041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MiniMax M2.7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Code + reasoning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64.3%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44.6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$0.0237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1,882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Step-3.5-Flash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Pure reasoning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18.2%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18.2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$0.0357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509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657600"/>
            <a:ext cx="2606040" cy="1325880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37947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" y="4069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Code-tuning beats reasoning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44622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4× detection rate at one-tenth the cost. Pattern recognition wins on this task.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83280" y="3657600"/>
            <a:ext cx="2606040" cy="1325880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66160" y="37947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566160" y="4069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Cheap-and-good is the combo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566160" y="44622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Winner is also the cheapest. 10× under Sonnet's commercial rate for the same job.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26480" y="3657600"/>
            <a:ext cx="2606040" cy="1325880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09360" y="37947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309360" y="4069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Universal blind spot: SWC-114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09360" y="44622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model catches transaction-order dependence reliably. Front-running audit needs a human.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 Audit Benchmark — Pitch</dc:title>
  <dc:subject>PptxGenJS Presentation</dc:subject>
  <dc:creator>Muhammad Zulqarnain</dc:creator>
  <cp:lastModifiedBy>Muhammad Zulqarnain</cp:lastModifiedBy>
  <cp:revision>1</cp:revision>
  <dcterms:created xsi:type="dcterms:W3CDTF">2026-05-17T07:43:18Z</dcterms:created>
  <dcterms:modified xsi:type="dcterms:W3CDTF">2026-05-17T07:43:18Z</dcterms:modified>
</cp:coreProperties>
</file>